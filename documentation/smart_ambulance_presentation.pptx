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Calibri"/>
              </a:defRPr>
            </a:pPr>
            <a:r>
              <a:t>SMART AMBULANCE TRACKING &amp; DISPATCH</a:t>
            </a:r>
          </a:p>
          <a:p>
            <a:pPr>
              <a:spcBef>
                <a:spcPts val="1500"/>
              </a:spcBef>
              <a:defRPr sz="2000">
                <a:solidFill>
                  <a:srgbClr val="2563EB"/>
                </a:solidFill>
                <a:latin typeface="Calibri"/>
              </a:defRPr>
            </a:pPr>
            <a:r>
              <a:t>Event-Driven Crisis Management &amp; GPS Dispatch Ecosystem</a:t>
            </a:r>
          </a:p>
          <a:p>
            <a:pPr>
              <a:spcBef>
                <a:spcPts val="50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Production Prototype System Specifications • Presentation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Current Pain Points in Accident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Blind Spot Geolocation</a:t>
            </a:r>
          </a:p>
          <a:p>
            <a:pPr>
              <a:spcBef>
                <a:spcPts val="2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Citizens under extreme distress struggle to convey precise locations or addresses to hotline dispatchers.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Lack of Visual Verification</a:t>
            </a:r>
          </a:p>
          <a:p>
            <a:pPr>
              <a:spcBef>
                <a:spcPts val="2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No mechanism for dispatchers to review on-scene accident severity, causing resource mismatches.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Telephone Dispatch Loops</a:t>
            </a:r>
          </a:p>
          <a:p>
            <a:pPr>
              <a:spcBef>
                <a:spcPts val="2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Control rooms call individual drivers manually one-by-one to check availability, wasting critical minutes.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Departmental Silos</a:t>
            </a:r>
          </a:p>
          <a:p>
            <a:pPr>
              <a:spcBef>
                <a:spcPts val="2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First responders, police monitors, and ER hospitals operate completely blind to each other's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9202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alibri"/>
              </a:defRPr>
            </a:pPr>
            <a:r>
              <a:t>THE IMPACT OF EMS FRICTION</a:t>
            </a:r>
          </a:p>
          <a:p>
            <a:pPr>
              <a:spcBef>
                <a:spcPts val="2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Critical delays in dispatching directly impact patient survivability. The first 60 minutes after trauma is the 'Golden Hour'.</a:t>
            </a:r>
            <a:br/>
            <a:br/>
            <a:r>
              <a:t>Under current manual operations, dispatch confirmation alone consumes 15% of this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LEGACY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Manual Legacy Flow (Friction &amp; Delays)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2860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Citizen Call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Citizen dials ER hotline and tries to describe local landmarks.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22860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Manual Dialing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Dispatcher searches catalogs and manually calls driver 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22860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3. Offline Transit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Selected driver navigates blind, streaming no GPS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9800" y="22860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4. Siloed Delivery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Patient is taken to hospital with no prior capacity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LEGACY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Drawbacks of Manual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C2626"/>
                </a:solidFill>
                <a:latin typeface="Calibri"/>
              </a:defRPr>
            </a:pPr>
            <a:r>
              <a:t>7-12 min</a:t>
            </a:r>
          </a:p>
          <a:p>
            <a:pPr algn="ctr">
              <a:spcBef>
                <a:spcPts val="15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Average Allocation Delay</a:t>
            </a:r>
          </a:p>
          <a:p>
            <a:pPr algn="ctr">
              <a:spcBef>
                <a:spcPts val="10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Wasted in manual dispatcher callbacks to check driver locations and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563EB"/>
                </a:solidFill>
                <a:latin typeface="Calibri"/>
              </a:defRPr>
            </a:pPr>
            <a:r>
              <a:t>60%</a:t>
            </a:r>
          </a:p>
          <a:p>
            <a:pPr algn="ctr">
              <a:spcBef>
                <a:spcPts val="15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Fleet Under-Utilization</a:t>
            </a:r>
          </a:p>
          <a:p>
            <a:pPr algn="ctr">
              <a:spcBef>
                <a:spcPts val="10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Ambulances sit idle or are routed inefficiently due to lack of live map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563EB"/>
                </a:solidFill>
                <a:latin typeface="Calibri"/>
              </a:defRPr>
            </a:pPr>
            <a:r>
              <a:t>20%</a:t>
            </a:r>
          </a:p>
          <a:p>
            <a:pPr algn="ctr">
              <a:spcBef>
                <a:spcPts val="1500"/>
              </a:spcBef>
              <a:defRPr sz="1800" b="1">
                <a:solidFill>
                  <a:srgbClr val="0F172A"/>
                </a:solidFill>
                <a:latin typeface="Calibri"/>
              </a:defRPr>
            </a:pPr>
            <a:r>
              <a:t>ER Transport Rerouting</a:t>
            </a:r>
          </a:p>
          <a:p>
            <a:pPr algn="ctr">
              <a:spcBef>
                <a:spcPts val="10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Ambulances arrive at capacity-filled hospital ERs with no real-time bed count visibility.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Connected Emergency Medical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Replacing fragmented processes with an event-driven duplex network.</a:t>
            </a:r>
          </a:p>
          <a:p>
            <a:pPr>
              <a:spcBef>
                <a:spcPts val="500"/>
              </a:spcBef>
              <a:defRPr sz="1500">
                <a:solidFill>
                  <a:srgbClr val="64748B"/>
                </a:solidFill>
              </a:defRPr>
            </a:pPr>
            <a:r>
              <a:t>Our prototype bridges reporting citizens directly with dispatchers, drivers, police dashboards, and ER hospitals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3108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Citizen App</a:t>
            </a:r>
          </a:p>
          <a:p>
            <a:pPr algn="ctr">
              <a:spcBef>
                <a:spcPts val="15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Allows reporting with photos and audio logs, sharing geolocated coordinates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926080"/>
            <a:ext cx="3383280" cy="3108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Live Backend API</a:t>
            </a:r>
          </a:p>
          <a:p>
            <a:pPr algn="ctr">
              <a:spcBef>
                <a:spcPts val="15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Uses memory-cached database syncs to process proximity allocations under 100ms.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926080"/>
            <a:ext cx="3383280" cy="3108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1089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Emergency Terminals</a:t>
            </a:r>
          </a:p>
          <a:p>
            <a:pPr algn="ctr">
              <a:spcBef>
                <a:spcPts val="15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Keeps Operators, Police, and ER Hospital coordinators synchronized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Citizen App: Real-Time SOS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Auto-Geolocation Capture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Fetches exact phone GPS coordinates, eliminating address confusion.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Triage Severity selector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Allows priority categorization: Critical, High, Medium, or Low.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Rich Multimedia SOS Attachments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Captures photos, video recordings, or voice statements of the scene.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Live Dispatch ETA Map Tracker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Follows the assigned ambulance route visually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[ Citizen SOS App UI Layout ]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  <a:latin typeface="Consolas"/>
              </a:defRPr>
            </a:pPr>
            <a:r>
              <a:t>┌────────────────────────────┐</a:t>
            </a:r>
            <a:br/>
            <a:r>
              <a:t>│ [Map Layer - India Center] │</a:t>
            </a:r>
            <a:br/>
            <a:r>
              <a:t>│                            │</a:t>
            </a:r>
            <a:br/>
            <a:r>
              <a:t>│         ┌────────┐         │</a:t>
            </a:r>
            <a:br/>
            <a:r>
              <a:t>│         │ (SOS)  │         │  &lt;-- Big Red Button</a:t>
            </a:r>
            <a:br/>
            <a:r>
              <a:t>│         └────────┘         │</a:t>
            </a:r>
            <a:br/>
            <a:r>
              <a:t>│                            │</a:t>
            </a:r>
            <a:br/>
            <a:r>
              <a:t>│ Triage: Critical [x] High[ ]│</a:t>
            </a:r>
            <a:br/>
            <a:r>
              <a:t>└────────────────────────────┘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Proximity Dispatch &amp; Concurrent Offers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Haversine Sort Engine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Calculates distances to available drivers based on incident coordinates.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Top-2 Concurrent Broadcast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WebSocket system broadcasts dispatch offer to the 2 closest vehicles at the same time.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First-Come Socket Lock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The first driver to Accept secures the lock. The second driver's popup is dismissed instantly.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Rejection Failover Routing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If rejected, coordinates are re-evaluated and offered to the next nearest candidate.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[ Driver Dispatch Offer Interface ]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  <a:latin typeface="Consolas"/>
              </a:defRPr>
            </a:pPr>
            <a:r>
              <a:t>┌────────────────────────────┐</a:t>
            </a:r>
            <a:br/>
            <a:r>
              <a:t>│ 🚨 EMERGENCY DISPATCH (29s)│</a:t>
            </a:r>
            <a:br/>
            <a:r>
              <a:t>│ Distance: 2.1 Kilometers   │</a:t>
            </a:r>
            <a:br/>
            <a:r>
              <a:t>│ Priority: Critical         │</a:t>
            </a:r>
            <a:br/>
            <a:r>
              <a:t>│ Image: [Accident Photo]    │</a:t>
            </a:r>
            <a:br/>
            <a:r>
              <a:t>│                            │</a:t>
            </a:r>
            <a:br/>
            <a:r>
              <a:t>│   ┌────────┐  ┌────────┐   │</a:t>
            </a:r>
            <a:br/>
            <a:r>
              <a:t>│   │ Reject │  │ Accept │   │  &lt;-- Driver Locks</a:t>
            </a:r>
            <a:br/>
            <a:r>
              <a:t>│   └────────┘  └────────┘   │</a:t>
            </a:r>
            <a:br/>
            <a:r>
              <a:t>└────────────────────────────┘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Police Interaction: Unified Status Propagation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Mark Incident as Seen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Police monitors click seen on their dashboard to signal active deployment.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Network-Wide Broadcasts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Express Server triggers updates instantly to all connected Socket clients.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Hospital Awareness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Hospital displays 'Police Active' banner next to incoming intakes.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Driver Warning Banner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Driver App navigation map renders a blue alert banner informing that law enforcement is active at the scene.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38912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[ Driver Map Navigation Alert ]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  <a:latin typeface="Consolas"/>
              </a:defRPr>
            </a:pPr>
            <a:r>
              <a:t>┌────────────────────────────┐</a:t>
            </a:r>
            <a:br/>
            <a:r>
              <a:t>│ 👮 Police Alert: Active    │ &lt;-- Top Alert Bar</a:t>
            </a:r>
            <a:br/>
            <a:r>
              <a:t>├────────────────────────────┤</a:t>
            </a:r>
            <a:br/>
            <a:r>
              <a:t>│                            │</a:t>
            </a:r>
            <a:br/>
            <a:r>
              <a:t>│                            │</a:t>
            </a:r>
            <a:br/>
            <a:r>
              <a:t>│    Ambulance   Route       │</a:t>
            </a:r>
            <a:br/>
            <a:r>
              <a:t>│      (GPS) ------------&gt; * │</a:t>
            </a:r>
            <a:br/>
            <a:r>
              <a:t>│                            │</a:t>
            </a:r>
            <a:br/>
            <a:r>
              <a:t>│                            │</a:t>
            </a:r>
            <a:br/>
            <a:r>
              <a:t>└────────────────────────────┘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Hospital ER Preparedness &amp; Intake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Live Capacity Synchronization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ER updates ICU, ventilator, and bed capacity variables in one click.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Specialist Registry Tags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Flag on-duty medical specialists (Cardiologists, Trauma surgeons).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Pre-Intake Accept Modal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Overlay window showing details of en-route victims and ETA.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Live Transport Tracking Map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Visual display of the incoming ambulance route directly to 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[ Hospital Resource Dashboard ]</a:t>
            </a:r>
          </a:p>
          <a:p>
            <a:pPr>
              <a:spcBef>
                <a:spcPts val="1500"/>
              </a:spcBef>
              <a:defRPr sz="1300">
                <a:solidFill>
                  <a:srgbClr val="0F172A"/>
                </a:solidFill>
                <a:latin typeface="Consolas"/>
              </a:defRPr>
            </a:pPr>
            <a:r>
              <a:t>┌────────────────────────────┐</a:t>
            </a:r>
            <a:br/>
            <a:r>
              <a:t>│ ICU Beds Available:  [ 5 ] │</a:t>
            </a:r>
            <a:br/>
            <a:r>
              <a:t>│ Ventilators Free:    [ 3 ] │</a:t>
            </a:r>
            <a:br/>
            <a:r>
              <a:t>├────────────────────────────┤</a:t>
            </a:r>
            <a:br/>
            <a:r>
              <a:t>│ Active ER Specialists:     │</a:t>
            </a:r>
            <a:br/>
            <a:r>
              <a:t>│ [x] Trauma  [x] Cardiac    │</a:t>
            </a:r>
            <a:br/>
            <a:r>
              <a:t>│                            │</a:t>
            </a:r>
            <a:br/>
            <a:r>
              <a:t>│ Incoming Patient: 4 Min ETA│</a:t>
            </a:r>
            <a:br/>
            <a:r>
              <a:t>└────────────────────────────┘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Technology Stack &amp; Ecosystem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React &amp; Vite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  <a:latin typeface="Calibri"/>
              </a:defRPr>
            </a:pPr>
            <a:r>
              <a:t>DASHBOARD ENGINE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Vercel deployments of Light/Dark theme dashboards (Control Room, Police, Hospital)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React Native &amp; Expo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  <a:latin typeface="Calibri"/>
              </a:defRPr>
            </a:pPr>
            <a:r>
              <a:t>MOBILE ENGINEERING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Expo EAS cross-platform compile for Citizen SOS and Driver Mobile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Socket.IO Rooms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  <a:latin typeface="Calibri"/>
              </a:defRPr>
            </a:pPr>
            <a:r>
              <a:t>WEBSOCKET BROKER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Bidirectional event pings streaming coordinates and dispatch locks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Supabase &amp; SQL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  <a:latin typeface="Calibri"/>
              </a:defRPr>
            </a:pPr>
            <a:r>
              <a:t>CLOUD STORAGE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Relational database holding telemetry data, dispatch logs, and registry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Cloudinary CDN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  <a:latin typeface="Calibri"/>
              </a:defRPr>
            </a:pPr>
            <a:r>
              <a:t>SOS MEDIA CDN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Multipart file upload holding crash photos and audio statements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Render Servers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  <a:latin typeface="Calibri"/>
              </a:defRPr>
            </a:pPr>
            <a:r>
              <a:t>API GATEWAY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Express API middleware handling backend routing and calculations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Level-based vertical data flow designed to eliminate crossings:</a:t>
            </a:r>
          </a:p>
          <a:p>
            <a:pPr>
              <a:spcBef>
                <a:spcPts val="1500"/>
              </a:spcBef>
              <a:defRPr sz="1400">
                <a:solidFill>
                  <a:srgbClr val="0F172A"/>
                </a:solidFill>
                <a:latin typeface="Consolas"/>
              </a:defRPr>
            </a:pPr>
            <a:r>
              <a:t>  [ Citizen Mobile SOS App ] ── Uploads Media ──&gt; [ Cloudinary Media CDN ]</a:t>
            </a:r>
            <a:br/>
            <a:r>
              <a:t>              │                                                │</a:t>
            </a:r>
            <a:br/>
            <a:r>
              <a:t>              ▼                                                ▼</a:t>
            </a:r>
            <a:br/>
            <a:r>
              <a:t>  [ Express.js REST API ] ── Updates Cache ──&gt; [ In-Memory dbCache Store ]</a:t>
            </a:r>
            <a:br/>
            <a:r>
              <a:t>              │                                                │</a:t>
            </a:r>
            <a:br/>
            <a:r>
              <a:t>              ▼                                                ▼</a:t>
            </a:r>
            <a:br/>
            <a:r>
              <a:t>  [ Dispatch Proximity Engine ] ──────────────&gt; [ Supabase PostgreSQL DB ]</a:t>
            </a:r>
            <a:br/>
            <a:r>
              <a:t>              │</a:t>
            </a:r>
            <a:br/>
            <a:r>
              <a:t>              ▼</a:t>
            </a:r>
            <a:br/>
            <a:r>
              <a:t>  [ Socket.IO real-time Broker ]</a:t>
            </a:r>
            <a:br/>
            <a:r>
              <a:t>              │</a:t>
            </a:r>
            <a:br/>
            <a:r>
              <a:t>  ┌───────────┼───────────┬───────────┐</a:t>
            </a:r>
            <a:br/>
            <a:r>
              <a:t>  ▼           ▼           ▼           ▼</a:t>
            </a:r>
            <a:br/>
            <a:r>
              <a:t>[Operator] [Hospital]  [Police]    [Driver]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Relational Schema Model (Supabase)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TABLE: EMERGENCIES</a:t>
            </a:r>
          </a:p>
          <a:p>
            <a:pPr>
              <a:spcBef>
                <a:spcPts val="2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Stores incident tickets.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Columns: id (UUID), lat, lon, priority, status, assigned_ambulance, assigned_hospital, police_seen, photo_url,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TABLE: AMBULANCES</a:t>
            </a:r>
          </a:p>
          <a:p>
            <a:pPr>
              <a:spcBef>
                <a:spcPts val="2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Tracks vehicle coordinates.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Columns: id (UUID), name, vehicle_number, driver_name, driver_phone, status, latitude, longitude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7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TABLE: HOSPITALS</a:t>
            </a:r>
          </a:p>
          <a:p>
            <a:pPr>
              <a:spcBef>
                <a:spcPts val="2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Monitors medical capabilities.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Columns: id (UUID), hospital_name, address, latitude, longitude, icu_count, ventilator_count, specialists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429767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TABLE: DISPATCH_LOGS</a:t>
            </a:r>
          </a:p>
          <a:p>
            <a:pPr>
              <a:spcBef>
                <a:spcPts val="2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Chronicles audit trail.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Columns: id (UUID), emergency_id, ambulance_id, status, created_at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End-to-End Crisis Verification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Citizen SOS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Taps red button on SOS App, captures crash site image, uploads to CDN.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2. Proximity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API computes coordinates via Haversine, sends offer to top 2 available drivers.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3. Accept Lock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Driver 1 accepts, locks the incident, and Driver 2 popup is cleared.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4. Police Seen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Police mark ticket on dashboard. Alert banners propagate to driver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5. ER Intake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ER coordinator approves case intake based on live ambulance ETA.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6. Resolved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Ambulance delivers patient, sets status to Available, ticket resolves.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Deployment Directory (Production Directory)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• Control Room Operator Dashboard</a:t>
            </a:r>
          </a:p>
          <a:p>
            <a:pPr>
              <a:spcBef>
                <a:spcPts val="200"/>
              </a:spcBef>
              <a:defRPr sz="1300">
                <a:solidFill>
                  <a:srgbClr val="2563EB"/>
                </a:solidFill>
                <a:latin typeface="Calibri"/>
              </a:defRPr>
            </a:pPr>
            <a:r>
              <a:t>  URL: https://frontend-coral-rho-69.vercel.app/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• Hospital ER capabilities Dashboard</a:t>
            </a:r>
          </a:p>
          <a:p>
            <a:pPr>
              <a:spcBef>
                <a:spcPts val="200"/>
              </a:spcBef>
              <a:defRPr sz="1300">
                <a:solidFill>
                  <a:srgbClr val="2563EB"/>
                </a:solidFill>
                <a:latin typeface="Calibri"/>
              </a:defRPr>
            </a:pPr>
            <a:r>
              <a:t>  URL: https://hospital-dashboard-azure.vercel.app/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• Police Incident Workstation Dashboard</a:t>
            </a:r>
          </a:p>
          <a:p>
            <a:pPr>
              <a:spcBef>
                <a:spcPts val="200"/>
              </a:spcBef>
              <a:defRPr sz="1300">
                <a:solidFill>
                  <a:srgbClr val="2563EB"/>
                </a:solidFill>
                <a:latin typeface="Calibri"/>
              </a:defRPr>
            </a:pPr>
            <a:r>
              <a:t>  URL: https://police-dashboard-eight.vercel.app/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• Ambulance Driver App Mobile APK</a:t>
            </a:r>
          </a:p>
          <a:p>
            <a:pPr>
              <a:spcBef>
                <a:spcPts val="200"/>
              </a:spcBef>
              <a:defRPr sz="1300">
                <a:solidFill>
                  <a:srgbClr val="2563EB"/>
                </a:solidFill>
                <a:latin typeface="Calibri"/>
              </a:defRPr>
            </a:pPr>
            <a:r>
              <a:t>  URL: https://expo.dev/accounts/himanshuchamatkar123456/projects/driver-app/builds/2b26c02a-48bc-4ff0-b10d-60e8c04cda4c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• Citizen SOS App Mobile APK</a:t>
            </a:r>
          </a:p>
          <a:p>
            <a:pPr>
              <a:spcBef>
                <a:spcPts val="200"/>
              </a:spcBef>
              <a:defRPr sz="1300">
                <a:solidFill>
                  <a:srgbClr val="2563EB"/>
                </a:solidFill>
                <a:latin typeface="Calibri"/>
              </a:defRPr>
            </a:pPr>
            <a:r>
              <a:t>  URL: https://expo.dev/accounts/himanshuchamatkar123456/projects/citizen-app/builds/f55908d2-785e-4693-a2a5-3ed77b44f85a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Project 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Hardware IoT Tracker integration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Connect physical GPS and OBD-II vehicle devices for continuous location updates without smartphone apps.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AI Route Optimization Engines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Deploy predictive machine learning models to identify traffic routing patterns and avoid gridlocks.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  <a:latin typeface="Calibri"/>
              </a:defRPr>
            </a:pPr>
            <a:r>
              <a:t>• Voice Severity NLP Triage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Deploy Natural Language Processing on audio uploads to auto-categorize case priority.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PROTOTYPE MILESTONE SUMMARY</a:t>
            </a:r>
          </a:p>
          <a:p>
            <a:pPr>
              <a:spcBef>
                <a:spcPts val="2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The tracking and dispatch prototype successfully demonstrates the integration of multiple dashboards and apps using low-latency WebSockets.</a:t>
            </a:r>
            <a:br/>
            <a:br/>
            <a:r>
              <a:t>Friction delays are minimized, creating a reliable, highly-responsive system for emergency medical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